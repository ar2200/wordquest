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5" autoAdjust="0"/>
    <p:restoredTop sz="94660"/>
  </p:normalViewPr>
  <p:slideViewPr>
    <p:cSldViewPr snapToGrid="0">
      <p:cViewPr>
        <p:scale>
          <a:sx n="131" d="100"/>
          <a:sy n="131" d="100"/>
        </p:scale>
        <p:origin x="-1803" y="-10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CB24FC-7464-8CCC-D6DC-5FDAA6673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E074DFE-4EC5-6A26-836B-A1C7BC175D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E738ED-C1EF-D0B6-E2EA-E666DCA9E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50BC-933F-4FBA-9D3C-02648157E8B9}" type="datetimeFigureOut">
              <a:rPr kumimoji="1" lang="ja-JP" altLang="en-US" smtClean="0"/>
              <a:t>2024/5/30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5D1C12B-7BAA-A117-E633-652D9839E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818DDB-9F38-BACA-B974-EEC283D4E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EB811-4DE3-4087-A5A7-26AAFFAC13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9432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CC1C36-1F01-C8DC-9AF3-4585A92B6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B646F0-7AB3-72DF-C7ED-EDC7D7DC3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DB9FF6-1EBB-23C2-D548-E15EB9CBA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50BC-933F-4FBA-9D3C-02648157E8B9}" type="datetimeFigureOut">
              <a:rPr kumimoji="1" lang="ja-JP" altLang="en-US" smtClean="0"/>
              <a:t>2024/5/30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EBB8F5-E851-48D5-B0F2-B2EC030FD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48BCC4-91AA-15E9-A749-276A9FA82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EB811-4DE3-4087-A5A7-26AAFFAC13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9006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76B443-9DCB-7F9F-02A0-F464F1B90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289403B-D3A9-9D86-0F33-4BD825D62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CD3A1B-FE68-04B7-0ACA-822A3BE72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50BC-933F-4FBA-9D3C-02648157E8B9}" type="datetimeFigureOut">
              <a:rPr kumimoji="1" lang="ja-JP" altLang="en-US" smtClean="0"/>
              <a:t>2024/5/30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7BF940-8005-90A5-A943-29D73D101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75FDA2-776D-FE0F-3C2C-42F616C0F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EB811-4DE3-4087-A5A7-26AAFFAC13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7621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A02F22-B76E-09F3-F9DF-87453B4AE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77F1DF-384F-5BCA-EB90-97870C62DC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CE714B8-E799-6940-F395-64A761DD5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4214518-2CC3-D789-A92F-0FB03A726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50BC-933F-4FBA-9D3C-02648157E8B9}" type="datetimeFigureOut">
              <a:rPr kumimoji="1" lang="ja-JP" altLang="en-US" smtClean="0"/>
              <a:t>2024/5/30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52CE281-B59C-E9D4-9FFE-CE3F440F1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311DA11-C08D-21E4-00AB-64142B876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EB811-4DE3-4087-A5A7-26AAFFAC13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8125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323240-62E9-447E-C6B6-9EDF18C8C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DB52B00-32CA-5FCB-0626-F6280B99F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640F056-B638-4CF2-6C8F-AD8CEA3EB4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0FEA404-731F-5FC4-E788-26210F2D60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0EF51F0-9148-C102-E5E7-1A6D6358F6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90FF437-DD46-EA4F-7411-C37B4E982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50BC-933F-4FBA-9D3C-02648157E8B9}" type="datetimeFigureOut">
              <a:rPr kumimoji="1" lang="ja-JP" altLang="en-US" smtClean="0"/>
              <a:t>2024/5/30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835F85A-2D44-1B98-F6D9-C6C0F9965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4CB0969-C1BD-C8A2-981B-343673BD6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EB811-4DE3-4087-A5A7-26AAFFAC13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9017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A7C47B-5318-74AE-8301-7623B0E43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AC1C379-E72C-A8B2-3C64-64B8FB9CB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50BC-933F-4FBA-9D3C-02648157E8B9}" type="datetimeFigureOut">
              <a:rPr kumimoji="1" lang="ja-JP" altLang="en-US" smtClean="0"/>
              <a:t>2024/5/30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5324F75-CE2C-A683-E730-80CEE3EBC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7D402FF-9714-2148-1B2E-E4604115F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EB811-4DE3-4087-A5A7-26AAFFAC13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24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89AD9B1-6156-A5B5-3AA1-E5C68A2BE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50BC-933F-4FBA-9D3C-02648157E8B9}" type="datetimeFigureOut">
              <a:rPr kumimoji="1" lang="ja-JP" altLang="en-US" smtClean="0"/>
              <a:t>2024/5/30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62EAF1D-3969-E6F0-FBF8-26765BA81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4EA60F6-7691-60C2-864C-7386B048C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EB811-4DE3-4087-A5A7-26AAFFAC13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8556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30AD36-C2A7-773D-0860-45F68DED9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C2102B-5C2B-7633-3296-625DCC6AB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742B266-3060-94AD-C0B2-87ECC14C5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E5343CA-5E0D-ABE4-C9FF-47D174182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50BC-933F-4FBA-9D3C-02648157E8B9}" type="datetimeFigureOut">
              <a:rPr kumimoji="1" lang="ja-JP" altLang="en-US" smtClean="0"/>
              <a:t>2024/5/30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C2551F4-CC99-DB84-A6BF-C72141A59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0FF0B3F-3292-7FCE-88CC-314AFEF7B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EB811-4DE3-4087-A5A7-26AAFFAC13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6531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D0136E-17DE-12FF-F8F9-37DDECA52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284D445-3CAE-E420-F607-A16D95DB15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F7378DB-BF1B-3EFC-8108-86B07867C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C12A102-E5C6-1802-B9CE-FC94D803C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50BC-933F-4FBA-9D3C-02648157E8B9}" type="datetimeFigureOut">
              <a:rPr kumimoji="1" lang="ja-JP" altLang="en-US" smtClean="0"/>
              <a:t>2024/5/30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3FD0ECE-2098-0651-24A9-93ED7872B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C9497E8-2B04-3F5A-132D-51324E1A5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EB811-4DE3-4087-A5A7-26AAFFAC13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4729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34D38A-17BB-AE41-8D4C-BD1947B8D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611DC08-A74D-B36E-08C4-A2A4A90676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F49AB5-603B-2493-D5D6-0B92EBAAE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50BC-933F-4FBA-9D3C-02648157E8B9}" type="datetimeFigureOut">
              <a:rPr kumimoji="1" lang="ja-JP" altLang="en-US" smtClean="0"/>
              <a:t>2024/5/30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643567-5647-F110-343E-349CE877C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3EC981-FE6D-B367-29BE-8261814C1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EB811-4DE3-4087-A5A7-26AAFFAC13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3756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EE3D1B2-9F13-5AF8-1763-9C754CA178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B4D1BAE-72B8-A81B-8B89-3B6049202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FCBF28-FCCE-68E6-085F-3A9E67460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B50BC-933F-4FBA-9D3C-02648157E8B9}" type="datetimeFigureOut">
              <a:rPr kumimoji="1" lang="ja-JP" altLang="en-US" smtClean="0"/>
              <a:t>2024/5/30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C02128-9C30-8144-9B7E-C44A720D3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D541EB-899B-52C0-4434-17838F511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EB811-4DE3-4087-A5A7-26AAFFAC13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28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9C87732-5708-69A8-1EBA-5D6F8CBA1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F8FC49-3B53-E820-6668-2C3EF37D0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17E11B-468F-759D-8A5E-5DD539A635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B50BC-933F-4FBA-9D3C-02648157E8B9}" type="datetimeFigureOut">
              <a:rPr kumimoji="1" lang="ja-JP" altLang="en-US" smtClean="0"/>
              <a:t>2024/5/30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51AE7E-0E31-DA87-9C42-844089D897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E47A48-1193-0397-E1E5-FDE05E0B0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EB811-4DE3-4087-A5A7-26AAFFAC13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55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11CC248A-4A3B-2FC8-EB96-6543D4DE553B}"/>
              </a:ext>
            </a:extLst>
          </p:cNvPr>
          <p:cNvSpPr/>
          <p:nvPr/>
        </p:nvSpPr>
        <p:spPr>
          <a:xfrm>
            <a:off x="3921261" y="2558077"/>
            <a:ext cx="1965600" cy="53280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>
                <a:latin typeface="Arial Black" panose="020B0A04020102020204" pitchFamily="34" charset="0"/>
                <a:ea typeface="Yu Gothic UI Semibold" panose="020B0700000000000000" pitchFamily="50" charset="-128"/>
              </a:rPr>
              <a:t>PLAY</a:t>
            </a:r>
            <a:endParaRPr kumimoji="1" lang="ja-JP" altLang="en-US" sz="2400" dirty="0">
              <a:latin typeface="Arial Black" panose="020B0A04020102020204" pitchFamily="34" charset="0"/>
              <a:ea typeface="Yu Gothic UI Semibold" panose="020B0700000000000000" pitchFamily="50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5885831-43E7-08FC-1A7D-12EC21B48F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188" y="3162333"/>
            <a:ext cx="2031746" cy="533333"/>
          </a:xfrm>
          <a:prstGeom prst="rect">
            <a:avLst/>
          </a:prstGeom>
        </p:spPr>
      </p:pic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FD41637F-656A-719B-B316-67CE67CF5C50}"/>
              </a:ext>
            </a:extLst>
          </p:cNvPr>
          <p:cNvSpPr/>
          <p:nvPr/>
        </p:nvSpPr>
        <p:spPr>
          <a:xfrm>
            <a:off x="6305141" y="2558077"/>
            <a:ext cx="1965600" cy="53280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latin typeface="Arial Black" panose="020B0A04020102020204" pitchFamily="34" charset="0"/>
                <a:ea typeface="Yu Gothic UI Semibold" panose="020B0700000000000000" pitchFamily="50" charset="-128"/>
              </a:rPr>
              <a:t>CONTINUE</a:t>
            </a:r>
            <a:endParaRPr kumimoji="1" lang="ja-JP" altLang="en-US" sz="2000" dirty="0">
              <a:latin typeface="Arial Black" panose="020B0A04020102020204" pitchFamily="34" charset="0"/>
              <a:ea typeface="Yu Gothic UI Semibold" panose="020B0700000000000000" pitchFamily="50" charset="-128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05F6B47D-AB73-34B9-4574-5E4C44ECC5B3}"/>
              </a:ext>
            </a:extLst>
          </p:cNvPr>
          <p:cNvSpPr/>
          <p:nvPr/>
        </p:nvSpPr>
        <p:spPr>
          <a:xfrm>
            <a:off x="6305141" y="3162866"/>
            <a:ext cx="1965600" cy="53280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>
                <a:latin typeface="Arial Black" panose="020B0A04020102020204" pitchFamily="34" charset="0"/>
                <a:ea typeface="Yu Gothic UI Semibold" panose="020B0700000000000000" pitchFamily="50" charset="-128"/>
              </a:rPr>
              <a:t>MENU</a:t>
            </a:r>
            <a:endParaRPr kumimoji="1" lang="ja-JP" altLang="en-US" sz="2400" dirty="0">
              <a:latin typeface="Arial Black" panose="020B0A04020102020204" pitchFamily="34" charset="0"/>
              <a:ea typeface="Yu Gothic UI Semibold" panose="020B0700000000000000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97B08813-C459-2486-47CF-5C30C81AF28A}"/>
              </a:ext>
            </a:extLst>
          </p:cNvPr>
          <p:cNvSpPr/>
          <p:nvPr/>
        </p:nvSpPr>
        <p:spPr>
          <a:xfrm>
            <a:off x="3954334" y="3795975"/>
            <a:ext cx="1965600" cy="53280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>
                <a:latin typeface="Arial Black" panose="020B0A04020102020204" pitchFamily="34" charset="0"/>
                <a:ea typeface="Yu Gothic UI Semibold" panose="020B0700000000000000" pitchFamily="50" charset="-128"/>
              </a:rPr>
              <a:t>HELP</a:t>
            </a:r>
            <a:endParaRPr kumimoji="1" lang="ja-JP" altLang="en-US" sz="2400" dirty="0">
              <a:latin typeface="Arial Black" panose="020B0A04020102020204" pitchFamily="34" charset="0"/>
              <a:ea typeface="Yu Gothic UI Semibold" panose="020B0700000000000000" pitchFamily="50" charset="-128"/>
            </a:endParaRP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7B1E35D4-6D6A-E97A-E8D2-3924AE0F68FD}"/>
              </a:ext>
            </a:extLst>
          </p:cNvPr>
          <p:cNvSpPr/>
          <p:nvPr/>
        </p:nvSpPr>
        <p:spPr>
          <a:xfrm>
            <a:off x="6305140" y="3795975"/>
            <a:ext cx="2160071" cy="53280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Arial Black" panose="020B0A04020102020204" pitchFamily="34" charset="0"/>
                <a:ea typeface="Yu Gothic UI Semibold" panose="020B0700000000000000" pitchFamily="50" charset="-128"/>
              </a:rPr>
              <a:t>SELECT LEVEL </a:t>
            </a:r>
            <a:endParaRPr kumimoji="1" lang="ja-JP" altLang="en-US" dirty="0">
              <a:latin typeface="Arial Black" panose="020B0A04020102020204" pitchFamily="34" charset="0"/>
              <a:ea typeface="Yu Gothic UI Semibold" panose="020B0700000000000000" pitchFamily="50" charset="-128"/>
            </a:endParaRP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E91AE99C-87FC-9976-75A0-2175484C0E9D}"/>
              </a:ext>
            </a:extLst>
          </p:cNvPr>
          <p:cNvSpPr/>
          <p:nvPr/>
        </p:nvSpPr>
        <p:spPr>
          <a:xfrm>
            <a:off x="3954334" y="4534903"/>
            <a:ext cx="1965600" cy="53280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>
                <a:latin typeface="Arial Black" panose="020B0A04020102020204" pitchFamily="34" charset="0"/>
                <a:ea typeface="Yu Gothic UI Semibold" panose="020B0700000000000000" pitchFamily="50" charset="-128"/>
              </a:rPr>
              <a:t>PRACTICE</a:t>
            </a:r>
            <a:endParaRPr kumimoji="1" lang="ja-JP" altLang="en-US" sz="2400" dirty="0">
              <a:latin typeface="Arial Black" panose="020B0A04020102020204" pitchFamily="34" charset="0"/>
              <a:ea typeface="Yu Gothic UI Semibold" panose="020B07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46794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</Words>
  <Application>Microsoft Office PowerPoint</Application>
  <PresentationFormat>ワイド画面</PresentationFormat>
  <Paragraphs>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Arial Black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亮太 安藤</dc:creator>
  <cp:lastModifiedBy>安藤亮太</cp:lastModifiedBy>
  <cp:revision>4</cp:revision>
  <dcterms:created xsi:type="dcterms:W3CDTF">2024-03-11T15:09:28Z</dcterms:created>
  <dcterms:modified xsi:type="dcterms:W3CDTF">2024-05-29T16:39:29Z</dcterms:modified>
</cp:coreProperties>
</file>